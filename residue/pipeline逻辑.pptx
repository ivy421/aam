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B5E92-98C3-D5D6-BD67-8C8258FC9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CD22AE-B6F9-F9DC-DEA2-FD5D04FD9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7FE81-B140-886F-2647-697ADBF8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9C8FF-917B-A676-9FD6-8EBC0623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86322-1C05-6EEF-7008-B5A0E449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19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E7054-EE2D-9AB5-73CF-95F9BF5C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5DB61-914D-CEB4-22A7-E1F83048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79EE7-6518-B1D8-E78D-76ACCD29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35BD5-17CD-3FAF-CE5E-80FC0126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720A6-39CE-2FC5-4478-854D4009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02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BFEA7-619A-2C5D-9D20-9FC7BFD5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15CA14-36F1-8756-23E6-AC561A43F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6E87E-6453-47B9-2721-2956022F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E4DCA-1912-D19A-EC01-86EBB545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0C9EB3-989C-3400-12D7-D40204FE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90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BCBC8-B01E-6F85-B67B-6BC0E988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69DD8-3227-2C5C-7BD0-FDB045922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4A0E58-C52B-1322-4EC4-69073B123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36F67E-2905-F80D-95BD-5D0F870F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E77335-5BE9-4CFD-DE60-CD72E55E7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9A261C-8AC8-B9F8-B48C-2A566210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6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05C5A-A730-21D2-0B43-FA428A1F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F531AC-2100-B5B7-B52D-AC7D39516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B841B7-FFCA-F3F6-263D-4938AE03B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D79597-0498-4846-538E-B11BD0B21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36CDF-511F-8360-A493-00DD450BD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4DCE57-50B1-B71D-DA3F-D08D076F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91C2B4-34F7-8428-5DE5-3DC93A48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740F2A-4B0C-522B-5CE6-7D9BFC70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5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938CA-9B1D-0C17-48A8-FB7E31DC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DABE13-AE87-A6AB-D532-F945721C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285FD4-57A4-2EA5-8DC8-7874068C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7A5F8A-A2AA-1ACB-1470-FD365556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2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F46D46-41C5-6A68-E581-F1C58983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F234D8-6C61-1CEC-BCE6-3F8A3238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4356C0-C58E-570F-7E67-40B3354B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4E981-E9E9-3381-B204-30B3C8C6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AF709-2B8A-FC96-E7EC-48114426D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EC9CE2-09A5-2554-F529-7AC658B00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769B42-B74A-02FC-B211-79894743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D9528-1F16-EE47-65CA-EEB9E0B5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4DB05B-F586-0401-7C0D-8DFE03B1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55C68-0F8F-A386-FC27-1305000D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C26B39-8373-817D-94ED-23BC3A547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8D0E8-5C89-A909-C5FA-7DBFC6966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7343C0-11F6-05E1-2D1C-0957B30E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71AE8-D905-9A0A-0DA8-3397FE83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3EADE0-966D-C37C-ABF4-DBF71995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0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50A49-3026-21E1-2EDE-3B581E44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9EA633-E629-52F8-9857-B46A5D098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507BF-95FE-0A68-9346-47E9D3B8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6D963-6AAC-EA44-98B3-4D43721D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35220-A34E-AA18-B38C-D8E4A473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8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07F8D-F33F-1AFE-C0D3-F8D064BEC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E1A7C9-6BEF-57BE-FC11-02D3FFF35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C7B41-373D-EED4-7FCF-90FB42B3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A6F1B-F8FA-C02B-26FC-5270CD45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1D393-3DA8-0EB3-C62A-79C2A68D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97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1C0B57-DF4C-97DD-7A8F-1DA89330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E3C19-6ACC-9689-E88D-072A86784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B1A298-F1A8-3DAA-F457-C0BBC3707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FB871-2078-4963-9C70-009108CD5B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CE166-84E0-514D-961C-F361C244F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90BA5-889E-6647-E181-55CD6F947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36425-1184-4E68-91CD-91F18E1C6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8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4D44C2-9515-D664-C6CB-CE065896C13E}"/>
              </a:ext>
            </a:extLst>
          </p:cNvPr>
          <p:cNvSpPr txBox="1"/>
          <p:nvPr/>
        </p:nvSpPr>
        <p:spPr>
          <a:xfrm>
            <a:off x="587830" y="870857"/>
            <a:ext cx="189411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1_rough_defect_segmentation.py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FABDB9-B693-B401-D625-C108890DD0C4}"/>
              </a:ext>
            </a:extLst>
          </p:cNvPr>
          <p:cNvSpPr txBox="1"/>
          <p:nvPr/>
        </p:nvSpPr>
        <p:spPr>
          <a:xfrm>
            <a:off x="2852058" y="870857"/>
            <a:ext cx="207917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1_1_move_to_defect.py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6BB10A-DD32-6807-D3DD-192CB8C59B37}"/>
              </a:ext>
            </a:extLst>
          </p:cNvPr>
          <p:cNvSpPr txBox="1"/>
          <p:nvPr/>
        </p:nvSpPr>
        <p:spPr>
          <a:xfrm>
            <a:off x="5301343" y="870856"/>
            <a:ext cx="207917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1_1_move_to_defect.py</a:t>
            </a:r>
            <a:endParaRPr lang="zh-CN" altLang="en-US" dirty="0"/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D2E8FD51-BC92-3901-F86C-27D8E9243FF5}"/>
              </a:ext>
            </a:extLst>
          </p:cNvPr>
          <p:cNvSpPr/>
          <p:nvPr/>
        </p:nvSpPr>
        <p:spPr>
          <a:xfrm>
            <a:off x="3614056" y="1802037"/>
            <a:ext cx="2383971" cy="72934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End program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128B22-81D9-3EA7-773E-50D3DED4176F}"/>
              </a:ext>
            </a:extLst>
          </p:cNvPr>
          <p:cNvSpPr txBox="1"/>
          <p:nvPr/>
        </p:nvSpPr>
        <p:spPr>
          <a:xfrm>
            <a:off x="9361714" y="2014777"/>
            <a:ext cx="24492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Coarse_scan_center.py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529DC4-F5D8-6310-D0FE-74FEDE257180}"/>
              </a:ext>
            </a:extLst>
          </p:cNvPr>
          <p:cNvSpPr txBox="1"/>
          <p:nvPr/>
        </p:nvSpPr>
        <p:spPr>
          <a:xfrm>
            <a:off x="9361714" y="2981902"/>
            <a:ext cx="24492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Coarse_scan_9.py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2A6E17-408B-6AE2-38EF-CADD990A51FA}"/>
              </a:ext>
            </a:extLst>
          </p:cNvPr>
          <p:cNvSpPr txBox="1"/>
          <p:nvPr/>
        </p:nvSpPr>
        <p:spPr>
          <a:xfrm>
            <a:off x="3581400" y="2843401"/>
            <a:ext cx="244928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2.Multiview_defect_confirmation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11CAF6-3554-644D-63CC-8E26627DF1A2}"/>
              </a:ext>
            </a:extLst>
          </p:cNvPr>
          <p:cNvSpPr txBox="1"/>
          <p:nvPr/>
        </p:nvSpPr>
        <p:spPr>
          <a:xfrm>
            <a:off x="95255" y="2704901"/>
            <a:ext cx="244928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piper</a:t>
            </a:r>
            <a:r>
              <a:rPr lang="zh-CN" altLang="en-US" dirty="0"/>
              <a:t>拍摄</a:t>
            </a:r>
            <a:r>
              <a:rPr lang="en-US" altLang="zh-CN" dirty="0" err="1"/>
              <a:t>coarse_scanpose.json</a:t>
            </a:r>
            <a:r>
              <a:rPr lang="zh-CN" altLang="en-US" dirty="0"/>
              <a:t>的剩下的图片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847574-A8BB-7014-342F-32E5A1B30540}"/>
              </a:ext>
            </a:extLst>
          </p:cNvPr>
          <p:cNvSpPr txBox="1"/>
          <p:nvPr/>
        </p:nvSpPr>
        <p:spPr>
          <a:xfrm>
            <a:off x="7712530" y="732356"/>
            <a:ext cx="244928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mark1</a:t>
            </a:r>
            <a:r>
              <a:rPr lang="zh-CN" altLang="en-US" dirty="0"/>
              <a:t>移动到目标位置；调用</a:t>
            </a:r>
            <a:r>
              <a:rPr lang="en-US" altLang="zh-CN" dirty="0"/>
              <a:t>camera</a:t>
            </a:r>
            <a:r>
              <a:rPr lang="zh-CN" altLang="en-US" dirty="0"/>
              <a:t>拍摄当前帧作为输入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10C00F-3D12-8B6A-7C71-02BC482D97F1}"/>
              </a:ext>
            </a:extLst>
          </p:cNvPr>
          <p:cNvSpPr txBox="1"/>
          <p:nvPr/>
        </p:nvSpPr>
        <p:spPr>
          <a:xfrm>
            <a:off x="6253843" y="2566403"/>
            <a:ext cx="244928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piper and camera </a:t>
            </a:r>
            <a:r>
              <a:rPr lang="zh-CN" altLang="en-US" dirty="0"/>
              <a:t>移动拍摄</a:t>
            </a:r>
            <a:r>
              <a:rPr lang="en-US" altLang="zh-CN" dirty="0" err="1"/>
              <a:t>coarse_scanpose.json</a:t>
            </a:r>
            <a:r>
              <a:rPr lang="zh-CN" altLang="en-US" dirty="0"/>
              <a:t>前三</a:t>
            </a:r>
            <a:r>
              <a:rPr lang="en-US" altLang="zh-CN" dirty="0"/>
              <a:t>index</a:t>
            </a:r>
            <a:r>
              <a:rPr lang="zh-CN" altLang="en-US" dirty="0"/>
              <a:t>图片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5F5FDA8-73DC-B772-C7F2-3D99BCED420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481944" y="1194023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DD6A806-B16B-B6B4-D17A-77FF4A76045C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931229" y="1194022"/>
            <a:ext cx="3701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E5D275F-0D87-2A7A-62B1-31F86C70BC29}"/>
              </a:ext>
            </a:extLst>
          </p:cNvPr>
          <p:cNvCxnSpPr>
            <a:stCxn id="4" idx="3"/>
            <a:endCxn id="11" idx="1"/>
          </p:cNvCxnSpPr>
          <p:nvPr/>
        </p:nvCxnSpPr>
        <p:spPr>
          <a:xfrm flipV="1">
            <a:off x="7380514" y="1194021"/>
            <a:ext cx="3320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B8C15B64-F47C-AA96-7844-E4ADF125503D}"/>
              </a:ext>
            </a:extLst>
          </p:cNvPr>
          <p:cNvCxnSpPr>
            <a:stCxn id="11" idx="3"/>
            <a:endCxn id="7" idx="0"/>
          </p:cNvCxnSpPr>
          <p:nvPr/>
        </p:nvCxnSpPr>
        <p:spPr>
          <a:xfrm>
            <a:off x="10161815" y="1194021"/>
            <a:ext cx="424542" cy="820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326D3E6-CC16-F66A-BC15-C9B28237EF98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0586357" y="2384109"/>
            <a:ext cx="0" cy="597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F0AC616-D803-91F5-DAEB-C7DC14EC9D31}"/>
              </a:ext>
            </a:extLst>
          </p:cNvPr>
          <p:cNvCxnSpPr>
            <a:stCxn id="8" idx="1"/>
            <a:endCxn id="12" idx="3"/>
          </p:cNvCxnSpPr>
          <p:nvPr/>
        </p:nvCxnSpPr>
        <p:spPr>
          <a:xfrm flipH="1">
            <a:off x="8703128" y="3166568"/>
            <a:ext cx="658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D8D4014-39BE-BCA4-A2A5-1E8F143AB5C4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 flipV="1">
            <a:off x="6030685" y="3166567"/>
            <a:ext cx="22315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6B4838A-D092-E468-8919-3E7187BC46B5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 flipV="1">
            <a:off x="2544540" y="3166566"/>
            <a:ext cx="10368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96819AFA-779A-270C-6643-4FD03591F974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rot="16200000" flipV="1">
            <a:off x="4650033" y="2687390"/>
            <a:ext cx="31202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8A31A0E1-F740-562A-EFF2-7A1F2BAECB27}"/>
              </a:ext>
            </a:extLst>
          </p:cNvPr>
          <p:cNvCxnSpPr>
            <a:cxnSpLocks/>
            <a:stCxn id="2" idx="2"/>
            <a:endCxn id="6" idx="1"/>
          </p:cNvCxnSpPr>
          <p:nvPr/>
        </p:nvCxnSpPr>
        <p:spPr>
          <a:xfrm rot="16200000" flipH="1">
            <a:off x="2249711" y="802363"/>
            <a:ext cx="649521" cy="20791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1CC59842-500E-E826-9820-2EB754D1E332}"/>
              </a:ext>
            </a:extLst>
          </p:cNvPr>
          <p:cNvSpPr txBox="1"/>
          <p:nvPr/>
        </p:nvSpPr>
        <p:spPr>
          <a:xfrm>
            <a:off x="2030185" y="478442"/>
            <a:ext cx="15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dirty="0"/>
              <a:t>valid mask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FB72341-90F5-C448-2C13-DD7EA30036E5}"/>
              </a:ext>
            </a:extLst>
          </p:cNvPr>
          <p:cNvSpPr txBox="1"/>
          <p:nvPr/>
        </p:nvSpPr>
        <p:spPr>
          <a:xfrm>
            <a:off x="2261510" y="1686620"/>
            <a:ext cx="155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 valid mask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8A76B00-99A8-06F9-58AC-BA881128A2A9}"/>
              </a:ext>
            </a:extLst>
          </p:cNvPr>
          <p:cNvSpPr txBox="1"/>
          <p:nvPr/>
        </p:nvSpPr>
        <p:spPr>
          <a:xfrm>
            <a:off x="2547256" y="2520234"/>
            <a:ext cx="155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Confirm defect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7A1B7D9-18D1-8A9E-7AFF-4A22C406C061}"/>
              </a:ext>
            </a:extLst>
          </p:cNvPr>
          <p:cNvSpPr txBox="1"/>
          <p:nvPr/>
        </p:nvSpPr>
        <p:spPr>
          <a:xfrm>
            <a:off x="4806041" y="2462927"/>
            <a:ext cx="15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 defect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25E0ECA-5D34-0E5F-B3EC-A91012BD8BFF}"/>
              </a:ext>
            </a:extLst>
          </p:cNvPr>
          <p:cNvSpPr txBox="1"/>
          <p:nvPr/>
        </p:nvSpPr>
        <p:spPr>
          <a:xfrm>
            <a:off x="949779" y="4754433"/>
            <a:ext cx="155121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Coarse_icp.py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641A1E3-EEB4-FEF7-B073-47E2AA4C568E}"/>
              </a:ext>
            </a:extLst>
          </p:cNvPr>
          <p:cNvSpPr txBox="1"/>
          <p:nvPr/>
        </p:nvSpPr>
        <p:spPr>
          <a:xfrm>
            <a:off x="3175914" y="4615933"/>
            <a:ext cx="127362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Fine_Scan_center.py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F56665E-8463-FEC4-D697-75ED06E33AD2}"/>
              </a:ext>
            </a:extLst>
          </p:cNvPr>
          <p:cNvCxnSpPr>
            <a:stCxn id="49" idx="3"/>
            <a:endCxn id="56" idx="1"/>
          </p:cNvCxnSpPr>
          <p:nvPr/>
        </p:nvCxnSpPr>
        <p:spPr>
          <a:xfrm>
            <a:off x="2500995" y="4939099"/>
            <a:ext cx="674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B38395B-7593-188D-CDE5-8E725D04BD15}"/>
              </a:ext>
            </a:extLst>
          </p:cNvPr>
          <p:cNvSpPr txBox="1"/>
          <p:nvPr/>
        </p:nvSpPr>
        <p:spPr>
          <a:xfrm>
            <a:off x="498023" y="4077169"/>
            <a:ext cx="267244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coarse_point_extraction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F8A5893-B192-4398-70B0-475C46DAD5F7}"/>
              </a:ext>
            </a:extLst>
          </p:cNvPr>
          <p:cNvCxnSpPr>
            <a:stCxn id="10" idx="2"/>
            <a:endCxn id="63" idx="0"/>
          </p:cNvCxnSpPr>
          <p:nvPr/>
        </p:nvCxnSpPr>
        <p:spPr>
          <a:xfrm>
            <a:off x="1319898" y="3628231"/>
            <a:ext cx="514347" cy="44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B948B003-1384-B37D-53DE-8062F23D15DF}"/>
              </a:ext>
            </a:extLst>
          </p:cNvPr>
          <p:cNvCxnSpPr>
            <a:stCxn id="63" idx="2"/>
            <a:endCxn id="49" idx="0"/>
          </p:cNvCxnSpPr>
          <p:nvPr/>
        </p:nvCxnSpPr>
        <p:spPr>
          <a:xfrm flipH="1">
            <a:off x="1725387" y="4446501"/>
            <a:ext cx="108858" cy="307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97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FD233F-53A3-8F9E-BA90-626B59249878}"/>
              </a:ext>
            </a:extLst>
          </p:cNvPr>
          <p:cNvSpPr txBox="1"/>
          <p:nvPr/>
        </p:nvSpPr>
        <p:spPr>
          <a:xfrm>
            <a:off x="1" y="707571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runs/runs_id</a:t>
            </a:r>
          </a:p>
          <a:p>
            <a:r>
              <a:rPr lang="en-US" altLang="zh-CN" dirty="0"/>
              <a:t>	run_meta.json, start.png/.json/.npy</a:t>
            </a:r>
          </a:p>
          <a:p>
            <a:r>
              <a:rPr lang="en-US" altLang="zh-CN" dirty="0"/>
              <a:t>	/perception</a:t>
            </a:r>
          </a:p>
          <a:p>
            <a:r>
              <a:rPr lang="en-US" altLang="zh-CN" dirty="0"/>
              <a:t>		/rough_screening: </a:t>
            </a:r>
            <a:r>
              <a:rPr lang="zh-CN" altLang="zh-CN" dirty="0"/>
              <a:t>f“{timestamp}_RoughInspection.csv“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zh-CN" altLang="zh-CN" dirty="0"/>
              <a:t>mark1_ctrl</a:t>
            </a:r>
            <a:r>
              <a:rPr lang="en-US" altLang="zh-CN" dirty="0"/>
              <a:t>_ctrl.json, front.png/json/npy(</a:t>
            </a:r>
            <a:r>
              <a:rPr lang="zh-CN" altLang="en-US" dirty="0"/>
              <a:t>正向</a:t>
            </a:r>
            <a:r>
              <a:rPr lang="en-US" altLang="zh-CN" dirty="0"/>
              <a:t>object</a:t>
            </a:r>
            <a:r>
              <a:rPr lang="zh-CN" altLang="en-US" dirty="0"/>
              <a:t>后拍摄的</a:t>
            </a:r>
            <a:r>
              <a:rPr lang="zh-CN" altLang="en-US"/>
              <a:t>第一帧</a:t>
            </a:r>
            <a:r>
              <a:rPr lang="en-US" altLang="zh-CN"/>
              <a:t>)</a:t>
            </a:r>
            <a:endParaRPr lang="en-US" altLang="zh-CN" dirty="0"/>
          </a:p>
          <a:p>
            <a:r>
              <a:rPr lang="en-US" altLang="zh-CN" dirty="0"/>
              <a:t>		/confirmation: </a:t>
            </a:r>
            <a:r>
              <a:rPr lang="zh-CN" altLang="zh-CN" dirty="0"/>
              <a:t>multiview_confirmation</a:t>
            </a:r>
            <a:r>
              <a:rPr lang="en-US" altLang="zh-CN" dirty="0"/>
              <a:t>.json</a:t>
            </a:r>
          </a:p>
          <a:p>
            <a:r>
              <a:rPr lang="en-US" altLang="zh-CN" dirty="0"/>
              <a:t>	/construction</a:t>
            </a:r>
          </a:p>
          <a:p>
            <a:r>
              <a:rPr lang="en-US" altLang="zh-CN" dirty="0"/>
              <a:t>		/coarse_scan: coarse_scan_1 to coarse_scan_9 </a:t>
            </a:r>
            <a:r>
              <a:rPr lang="zh-CN" altLang="en-US" dirty="0"/>
              <a:t>图片，深度，机械臂信息</a:t>
            </a:r>
            <a:endParaRPr lang="en-US" altLang="zh-CN" dirty="0"/>
          </a:p>
          <a:p>
            <a:r>
              <a:rPr lang="en-US" altLang="zh-CN" dirty="0"/>
              <a:t>		/fine_scan:</a:t>
            </a:r>
            <a:r>
              <a:rPr lang="zh-CN" altLang="en-US" dirty="0"/>
              <a:t> </a:t>
            </a:r>
            <a:r>
              <a:rPr lang="en-US" altLang="zh-CN" dirty="0"/>
              <a:t>fine_scan</a:t>
            </a:r>
            <a:r>
              <a:rPr lang="zh-CN" altLang="en-US" dirty="0"/>
              <a:t> 所有图片，深度，机械臂信息</a:t>
            </a:r>
            <a:endParaRPr lang="en-US" altLang="zh-CN" dirty="0"/>
          </a:p>
          <a:p>
            <a:r>
              <a:rPr lang="en-US" altLang="zh-CN" dirty="0"/>
              <a:t>	/completion</a:t>
            </a:r>
            <a:r>
              <a:rPr lang="zh-CN" altLang="en-US" dirty="0"/>
              <a:t>：待定</a:t>
            </a:r>
            <a:endParaRPr lang="en-US" altLang="zh-CN" dirty="0"/>
          </a:p>
          <a:p>
            <a:r>
              <a:rPr lang="en-US" altLang="zh-CN" dirty="0"/>
              <a:t>	/model2print</a:t>
            </a:r>
            <a:r>
              <a:rPr lang="zh-CN" altLang="en-US" dirty="0"/>
              <a:t>：待定</a:t>
            </a:r>
            <a:endParaRPr lang="en-US" altLang="zh-CN" dirty="0"/>
          </a:p>
          <a:p>
            <a:r>
              <a:rPr lang="en-US" altLang="zh-CN" dirty="0"/>
              <a:t>	/pickplace</a:t>
            </a:r>
            <a:r>
              <a:rPr lang="zh-CN" altLang="en-US" dirty="0"/>
              <a:t>：待定</a:t>
            </a:r>
          </a:p>
        </p:txBody>
      </p:sp>
    </p:spTree>
    <p:extLst>
      <p:ext uri="{BB962C8B-B14F-4D97-AF65-F5344CB8AC3E}">
        <p14:creationId xmlns:p14="http://schemas.microsoft.com/office/powerpoint/2010/main" val="265806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7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256</Words>
  <Application>Microsoft Office PowerPoint</Application>
  <PresentationFormat>宽屏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李心睿 Xinrui LI</dc:creator>
  <cp:lastModifiedBy>李心睿 Xinrui LI</cp:lastModifiedBy>
  <cp:revision>49</cp:revision>
  <dcterms:created xsi:type="dcterms:W3CDTF">2026-07-05T07:52:50Z</dcterms:created>
  <dcterms:modified xsi:type="dcterms:W3CDTF">2026-07-06T02:51:56Z</dcterms:modified>
</cp:coreProperties>
</file>