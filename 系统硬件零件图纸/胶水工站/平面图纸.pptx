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7D7F3-9730-613A-179B-3DE6DF0E7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6CCAC0-E193-DA90-32CF-5D5A50639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68DF35-644C-CC86-2AA1-471723062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A9D-FFBF-4969-A434-AD87260FB873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35E64E-1BE2-B9E5-F629-77B3DB67D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E8C0A1-88CA-70D2-8E39-EB1A25B9C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96A6C-B4F7-42C8-B528-11AB05A33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237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D0CF8E-5D11-6889-C3C0-C44E262A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4A6C58-479E-35C2-7E99-C591EF2A4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3837B5-6415-16D4-4350-2F034E39C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A9D-FFBF-4969-A434-AD87260FB873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37843B-FECB-7E44-82CA-E7B47F5F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297A1C-13B6-C71A-0B17-1983912B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96A6C-B4F7-42C8-B528-11AB05A33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97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59E64-4F51-A466-69AC-A7339F0BC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14A5B3-1520-42DD-0932-06423FF17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BFC10D-8ECE-44EA-27B2-3F21BC04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A9D-FFBF-4969-A434-AD87260FB873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563411-D393-3441-795F-0FED432B5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61A34B-ABFA-C66D-6144-91F716CE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96A6C-B4F7-42C8-B528-11AB05A33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851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814ECA-D577-41F9-CD99-B9AC2DC05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228D76-8FD6-DE10-824F-5A16CF4CD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F7CCBC-B1B8-CCE5-59BD-099CE6287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B818D9-7DE7-2822-FF1A-580DC18C7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A9D-FFBF-4969-A434-AD87260FB873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09CA1C-A95D-4B6B-580B-3AB8A342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023BFF-05E2-E6F8-670A-A63090EB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96A6C-B4F7-42C8-B528-11AB05A33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758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72E9D-9CBD-C226-3008-B5260E235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BD4369-846E-6CF4-C50B-53911F7CB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104887-650C-3207-8E19-9143E25AD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ADD96B-503B-5555-960E-12728971DA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1EFE55-A953-057A-14E8-409CD4CFF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43E9C1-72E2-3437-CDA5-4DA8D5E89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A9D-FFBF-4969-A434-AD87260FB873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158A27-43EC-079D-8FBB-B9C19E074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B556397-5B55-4E51-B3BD-9416B20B7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96A6C-B4F7-42C8-B528-11AB05A33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240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25E4C-B0DB-FD01-83BB-8E09D3AD5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6D0FF2-5BBD-731F-34EE-0BD76E667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A9D-FFBF-4969-A434-AD87260FB873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FA7143-574D-916D-6835-768968906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239F7A-06CA-3B59-06D1-75D10CB0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96A6C-B4F7-42C8-B528-11AB05A33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630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799B2F-B032-92AC-2A0D-5ED56A05D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A9D-FFBF-4969-A434-AD87260FB873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FCC56C-D942-3BED-0BF4-00DE26357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F126FD-18AD-C3D9-F910-DEFE9B26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96A6C-B4F7-42C8-B528-11AB05A33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45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9FDF9-BC8C-B771-961E-43079C424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97DC6D-BE9B-98A6-9817-1A5AE6EE9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6D9916-6B98-FF8C-ECF4-B51309026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88A624-2CE4-A46C-3073-4F8C8D7A4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A9D-FFBF-4969-A434-AD87260FB873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BDEBA8-D026-9987-B430-B06A29D9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19057-E33A-660B-C9F8-920BF1F3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96A6C-B4F7-42C8-B528-11AB05A33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432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8B5D0B-32D3-1A3B-22D2-4AB5D6841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835DA2-0CFF-A5E1-420F-33ADC4397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B8EFF8-8C49-97B5-BD09-C41CB7B26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F421E6-7FE3-6F57-B622-6DFB12F76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A9D-FFBF-4969-A434-AD87260FB873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FBB204-AAD2-8975-ABEE-74814F956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2AB935-7348-3AE8-D665-C734090B3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96A6C-B4F7-42C8-B528-11AB05A33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748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3D5E3-31C5-3C13-1BDB-9DB89D16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B02240-2739-A597-0560-6F19506A1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5F9C61-12AB-59C6-9C82-4043449F6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A9D-FFBF-4969-A434-AD87260FB873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AAD9F6-2462-8FA4-0ED5-1BFB04AC5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E8732B-AE34-9B5D-A910-AAD8E930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96A6C-B4F7-42C8-B528-11AB05A33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787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F8F2A02-2EBB-8CDD-E3E3-F390B1B6C0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4C26F2-2523-F1FD-055A-CB9FF1988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BA2246-B6CB-C91F-84A4-BBB469750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A9D-FFBF-4969-A434-AD87260FB873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88B512-BF07-50BA-8D25-020077620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24D19B-9917-5717-0332-F2CD4C14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96A6C-B4F7-42C8-B528-11AB05A33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868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6BB430B-33A7-6B19-F9F3-3FB509031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6D00BA-83EA-2FD8-22D2-14006CE28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ED3A65-F2BA-B22F-67C0-8D378955F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FDA9D-FFBF-4969-A434-AD87260FB873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AA5494-19F7-CDB2-E18B-454A099CD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FF556B-7C3A-F6BF-2C18-09F37A4F74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96A6C-B4F7-42C8-B528-11AB05A33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013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A1D5E58C-61C5-B4C1-D5B1-03856DDB2522}"/>
              </a:ext>
            </a:extLst>
          </p:cNvPr>
          <p:cNvGrpSpPr/>
          <p:nvPr/>
        </p:nvGrpSpPr>
        <p:grpSpPr>
          <a:xfrm>
            <a:off x="1654628" y="2000799"/>
            <a:ext cx="2471060" cy="1841858"/>
            <a:chOff x="1654628" y="2000799"/>
            <a:chExt cx="2471060" cy="1841858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D26F39C6-CEF1-F0E4-87E1-0C56432A7E5D}"/>
                </a:ext>
              </a:extLst>
            </p:cNvPr>
            <p:cNvGrpSpPr/>
            <p:nvPr/>
          </p:nvGrpSpPr>
          <p:grpSpPr>
            <a:xfrm>
              <a:off x="1654628" y="2394857"/>
              <a:ext cx="2471060" cy="1447800"/>
              <a:chOff x="1654628" y="2394857"/>
              <a:chExt cx="2471060" cy="1447800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82AA7B7F-A6B7-A367-CA19-F44711C799A8}"/>
                  </a:ext>
                </a:extLst>
              </p:cNvPr>
              <p:cNvSpPr/>
              <p:nvPr/>
            </p:nvSpPr>
            <p:spPr>
              <a:xfrm>
                <a:off x="1992086" y="2950030"/>
                <a:ext cx="1796143" cy="89262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7D5436C-F3C5-D6A6-51EF-4D03ED0ECD4E}"/>
                  </a:ext>
                </a:extLst>
              </p:cNvPr>
              <p:cNvSpPr/>
              <p:nvPr/>
            </p:nvSpPr>
            <p:spPr>
              <a:xfrm flipV="1">
                <a:off x="1992086" y="3492135"/>
                <a:ext cx="1796143" cy="45719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28F4FFC2-0437-17F8-A5D2-162C720E9298}"/>
                  </a:ext>
                </a:extLst>
              </p:cNvPr>
              <p:cNvSpPr/>
              <p:nvPr/>
            </p:nvSpPr>
            <p:spPr>
              <a:xfrm>
                <a:off x="2383971" y="2602770"/>
                <a:ext cx="1066800" cy="61722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AD498CE6-A8EC-73E3-0BE5-393DE275698D}"/>
                  </a:ext>
                </a:extLst>
              </p:cNvPr>
              <p:cNvCxnSpPr>
                <a:stCxn id="4" idx="3"/>
              </p:cNvCxnSpPr>
              <p:nvPr/>
            </p:nvCxnSpPr>
            <p:spPr>
              <a:xfrm flipV="1">
                <a:off x="3788229" y="2394857"/>
                <a:ext cx="0" cy="10014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C01C845D-81EC-8E59-BB96-3616C72B2916}"/>
                  </a:ext>
                </a:extLst>
              </p:cNvPr>
              <p:cNvCxnSpPr>
                <a:cxnSpLocks/>
                <a:stCxn id="8" idx="1"/>
              </p:cNvCxnSpPr>
              <p:nvPr/>
            </p:nvCxnSpPr>
            <p:spPr>
              <a:xfrm>
                <a:off x="1992086" y="3514994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C8590924-3AAD-1C51-6813-CB13FC3EFCDE}"/>
                  </a:ext>
                </a:extLst>
              </p:cNvPr>
              <p:cNvCxnSpPr>
                <a:stCxn id="8" idx="1"/>
              </p:cNvCxnSpPr>
              <p:nvPr/>
            </p:nvCxnSpPr>
            <p:spPr>
              <a:xfrm flipV="1">
                <a:off x="1992086" y="2481943"/>
                <a:ext cx="0" cy="103305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BEC98D86-5386-5D5B-990E-DA3A973452F4}"/>
                  </a:ext>
                </a:extLst>
              </p:cNvPr>
              <p:cNvSpPr/>
              <p:nvPr/>
            </p:nvSpPr>
            <p:spPr>
              <a:xfrm>
                <a:off x="3788230" y="2394858"/>
                <a:ext cx="337458" cy="45938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7777520A-EB05-2A51-16E7-674723E38019}"/>
                  </a:ext>
                </a:extLst>
              </p:cNvPr>
              <p:cNvSpPr/>
              <p:nvPr/>
            </p:nvSpPr>
            <p:spPr>
              <a:xfrm>
                <a:off x="1654628" y="2436218"/>
                <a:ext cx="337458" cy="45938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C180C45D-FE53-AD6E-E055-0107604AE893}"/>
                </a:ext>
              </a:extLst>
            </p:cNvPr>
            <p:cNvSpPr/>
            <p:nvPr/>
          </p:nvSpPr>
          <p:spPr>
            <a:xfrm>
              <a:off x="2288179" y="2000799"/>
              <a:ext cx="1247499" cy="12474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14539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C6DB-AAA6-22A3-8F11-4D24D90A0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8656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E41CE-CB9D-99F5-89B7-E9E978C9F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850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EE-CA33-3B0C-010B-8B74A1284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956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李心睿 Xinrui LI</dc:creator>
  <cp:lastModifiedBy>李心睿 Xinrui LI</cp:lastModifiedBy>
  <cp:revision>14</cp:revision>
  <dcterms:created xsi:type="dcterms:W3CDTF">2026-06-14T05:21:46Z</dcterms:created>
  <dcterms:modified xsi:type="dcterms:W3CDTF">2026-06-14T05:28:09Z</dcterms:modified>
</cp:coreProperties>
</file>